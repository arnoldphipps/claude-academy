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A78B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  <c:pt idx="6">
                    <c:v>Month 9</c:v>
                  </c:pt>
                  <c:pt idx="7">
                    <c:v>Month 12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500</c:v>
                </c:pt>
                <c:pt idx="2">
                  <c:v>1500</c:v>
                </c:pt>
                <c:pt idx="3">
                  <c:v>4800</c:v>
                </c:pt>
                <c:pt idx="4">
                  <c:v>8000</c:v>
                </c:pt>
                <c:pt idx="5">
                  <c:v>15000</c:v>
                </c:pt>
                <c:pt idx="6">
                  <c:v>25000</c:v>
                </c:pt>
                <c:pt idx="7">
                  <c:v>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A78B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AI ACADEMY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Claude AI in Hours, Not Months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enterprise AI training platform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live AI-powered grading and assessment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— April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www.promptaiacademy.com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Companies are spending billions on AI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employees can't use it effectively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65760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37744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increasing AI investment in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011680"/>
            <a:ext cx="365760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103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feel confident using AI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65760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377440" y="3520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training platforms for Claude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365760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3520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generic AI training per team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teaches people to use Claude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4864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Lessons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920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12-lesson curriculum from beginner to expert, covering prompt engineering, tools, and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4864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Grading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itself grades student submissions with rubric scoring, personalized feedback, and coaching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54864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track team progress, completion rates, scores, and time invested with CSV export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4864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ROI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389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can quantify AI competency improvement across their workforce with hard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37744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$380B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corporate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37744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$45B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tech skills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(30%+ CAGR)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37744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$0*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035040" y="2194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Claude-specific training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*We are creating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category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lessons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save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659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25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$29/mo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lessons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6596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25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$19/seat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+ dashboard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analytics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6596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97280"/>
            <a:ext cx="19659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325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8660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SSO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courses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$25K/MONTH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growth trajectory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us impossible to replicate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mover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dedicated Claude training platforms exist today. We own the category.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76809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12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IS the teacher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2128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grades students on Claude skills. This feedback loop is our moat.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871216"/>
            <a:ext cx="76809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71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87121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get dashboards, analytics, and compliance-ready exports.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529584"/>
            <a:ext cx="76809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95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Near-zero cost 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5295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under $200. Operating costs ~$50/month. 95%+ gross margins.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87952"/>
            <a:ext cx="76809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879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Partnership potential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418795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needs training partners. We're positioning as their #1 education ally.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1097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12-lesson platform, AI grading, custom domain live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backend: Supabase database + auth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48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0482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login, email capture on landing page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048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237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5237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tracking: timestamps, time per lesson, grades saved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5237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99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9992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dashboard: team analytics, leaderboard, CSV export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29992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474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 live — first paying subscribers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50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9502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launch campaign + Product Hunt submission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4256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44256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partnership pitch + enterprise pilot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44256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#1 platform in the world for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things Claude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</a:t>
            </a:r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turns beginners into experts</a:t>
            </a:r>
            <a:pPr indent="0" marL="0">
              <a:lnSpc>
                <a:spcPct val="180000"/>
              </a:lnSpc>
              <a:buNone/>
            </a:pP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bridge the gap between humans and AI</a:t>
            </a:r>
            <a:pPr indent="0" marL="0">
              <a:lnSpc>
                <a:spcPct val="180000"/>
              </a:lnSpc>
              <a:buNone/>
            </a:pP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extend Claude's capabilities into every workflow</a:t>
            </a:r>
            <a:pPr indent="0" marL="0">
              <a:lnSpc>
                <a:spcPct val="180000"/>
              </a:lnSpc>
              <a:buNone/>
            </a:pP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proves AI competency to employers worldwide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45920" y="10972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AI EDUCATION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16459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AI Academy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0" y="2377440"/>
            <a:ext cx="14630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65176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 Phipps, Founder &amp; President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arnold.phipps@gmail.com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704-650-6410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3657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www.promptaiacademy.com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AI Academy — Investor Pitch</dc:title>
  <dc:subject>PptxGenJS Presentation</dc:subject>
  <dc:creator>Arnold Phipps &amp; Claude</dc:creator>
  <cp:lastModifiedBy>Arnold Phipps &amp; Claude</cp:lastModifiedBy>
  <cp:revision>1</cp:revision>
  <dcterms:created xsi:type="dcterms:W3CDTF">2026-04-11T15:26:28Z</dcterms:created>
  <dcterms:modified xsi:type="dcterms:W3CDTF">2026-04-11T15:26:28Z</dcterms:modified>
</cp:coreProperties>
</file>